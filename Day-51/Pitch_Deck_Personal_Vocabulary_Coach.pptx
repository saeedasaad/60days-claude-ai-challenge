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182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Vocabulary Coach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new words into words you actually own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989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 |  v1.0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607040" y="548640"/>
            <a:ext cx="1005840" cy="100584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6454F"/>
                </a:solidFill>
              </a:rPr>
              <a:t>Learning a new word once rarely means keeping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structure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get scribbled in notebooks or apps with no system for review — so they're never revisited.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depth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4747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dictionary definition lacks the context, examples, and memory hooks that make a word stick.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92024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536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feedback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34747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have no visibility into their own progress, which kills motivation to keep going.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74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B44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8470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Candidates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preparing for GRE, IELTS, TOEFL and similar exams that demand strong vocabulary.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874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B44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18470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Learners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Non-native speakers actively building fluency and confidence in everyday and professional English.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251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B44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224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Professionals &amp; Writers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8920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want to communicate with more precision, nuance, and range at work.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023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251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B441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4224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Lifelong Learners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48920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enjoys the habit of building vocabulary as part of personal growth.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</a:rPr>
              <a:t>One word in. Rich, structured learning material out — instantly.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82056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word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54680" y="338328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2B441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74720" y="23774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82056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0" y="338328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meaning, example, synonyms &amp; a memory tip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80760" y="338328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2B441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82056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83680" y="338328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it as a flashcard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006840" y="338328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2B441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326880" y="23774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82056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09760" y="338328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your streak grow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— v1.0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Accounts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Simple email/password signup &amp; login; every user's word list is private.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Word Generation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69748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Claude instantly generates a meaning, example sentence, synonyms, and a memory tip for any word.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7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54964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Word Library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9640" y="269748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Search, edit, and manage every word you've ever added.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7F8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846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Flashcard Review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Flip-style cards turn passive lookups into active recall practice.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40233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7F8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63440" y="4846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Dashboard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3440" y="53035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See total words learned, total reviews, and your current daily streak.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321040" y="40233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7F8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54964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549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49640" y="4846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49640" y="53035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Works cleanly on both desktop and mobile browsers.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888888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6420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0" y="166420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</a:rPr>
              <a:t>React (Vite) + Tailwind CSS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8888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80720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/ Database / Auth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280720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</a:rPr>
              <a:t>Supabase — Postgres, Authentication, Row-Level Security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8888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95020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395020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</a:rPr>
              <a:t>Anthropic Claude API, called via a Supabase Edge Function to keep the API key secure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88888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09320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509320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</a:rPr>
              <a:t>Vercel (frontend) + Supabase (backend) — both free tier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6454F"/>
                </a:solidFill>
              </a:rPr>
              <a:t>Security note: all data access is enforced at the database level with row-level security — not just hidden in the UI.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454F"/>
                </a:solidFill>
              </a:rPr>
              <a:t>Deliberately left out of v1.0 to protect a focused, polished launch — natural next steps beyond the capstone.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2029968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</a:rPr>
              <a:t>Automatic word extraction from pasted articles or text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194560"/>
            <a:ext cx="457200" cy="45720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40880" y="2029968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</a:rPr>
              <a:t>Spaced-repetition scheduling (e.g., SM-2 algorithm)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3264408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</a:rPr>
              <a:t>Quiz mode — multiple choice &amp; fill-in-the-blank review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429000"/>
            <a:ext cx="457200" cy="45720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40880" y="3264408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</a:rPr>
              <a:t>Native mobile app (iOS / Android)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663440"/>
            <a:ext cx="457200" cy="45720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+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4498848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</a:rPr>
              <a:t>Reminder notifications to sustain daily habits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3891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4663440"/>
            <a:ext cx="457200" cy="45720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+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40880" y="4498848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</a:rPr>
              <a:t>Social features — shared lists, friendly leaderboards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vocabulary you build once and truly keep — where every word you add comes with the context and reinforcement to actually become part of how you speak and write.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852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Personal Vocabulary Coach  ·  v1.0  ·  Built in 10 days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2026-07-23T09:26:41Z</dcterms:created>
  <dcterms:modified xsi:type="dcterms:W3CDTF">2026-07-23T09:26:41Z</dcterms:modified>
</cp:coreProperties>
</file>