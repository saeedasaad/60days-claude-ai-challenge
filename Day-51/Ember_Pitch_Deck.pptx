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solidFill>
            <a:srgbClr val="E8562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572000" cy="4572000"/>
          </a:xfrm>
          <a:prstGeom prst="ellipse">
            <a:avLst/>
          </a:prstGeom>
          <a:solidFill>
            <a:srgbClr val="F2A65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CRM for Founders &amp; Freelancers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warm with the relationships that matter — without ever forgetting to follow up.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•  10-Day Capstone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 relationships quietly go cold — not from lack of care, but from lack of a system.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822960" cy="82296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follow-up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and freelancers build networks through calls, intros, and casual chats — but there's nothing prompting a check-in before a relationship fades.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77440"/>
            <a:ext cx="822960" cy="82296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🗂️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lives everywhere and nowhere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931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met someone, what they need, what was last discussed — scattered across notes apps, email threads, and memory.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0574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377440"/>
            <a:ext cx="822960" cy="82296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377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💸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CRMs don't fit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and Salesforce are built for pipelines and deal stages — overkill, impersonal, and expensive for informal relationship nurturing.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Ember Is For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Freelancers, consultants, agency owners, and early-stage founders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their business through word-of-mouth, referrals, and warm networking — not paid ads or cold outbound sales.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633472"/>
            <a:ext cx="146304" cy="146304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0" y="24871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50-300+ meaningful contacts, no system to track relationship health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3529584"/>
            <a:ext cx="146304" cy="146304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33832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intros, referrals, and repeat clients over cold outreach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4425696"/>
            <a:ext cx="146304" cy="146304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FRUSTRATION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427939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know who to follow up with, or forgets until it's too late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5321808"/>
            <a:ext cx="146304" cy="146304"/>
          </a:xfrm>
          <a:prstGeom prst="ellipse">
            <a:avLst/>
          </a:prstGeom>
          <a:solidFill>
            <a:srgbClr val="E8562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1755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517550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convert a warm network into consistent work — without becoming pushy or disorganized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Ember helps you build stronger relationships consistently, stay top-of-mind with your network, and naturally turn relationships into clients, partnerships, and new opportunities — without ever forgetting to follow up.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1064240" cy="3657600"/>
          </a:xfrm>
          <a:prstGeom prst="roundRect">
            <a:avLst>
              <a:gd name="adj" fmla="val 3000"/>
            </a:avLst>
          </a:prstGeom>
          <a:solidFill>
            <a:srgbClr val="2B1B1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FEATURE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to reach out to this week — and why.”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Ember's AI analyzes each contact's relationship type, last-contact date, and interaction history to surface the 3-5 relationships most worth revisiting this week — with a clear, specific reason for each one. Delivered on your dashboard, and via an automated weekly email digest.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70916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3A281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“Haven't spoken with Priya in 47 days — she offered an investor intro”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470916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3A281E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4709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“Follow up with Marcus — mentioned a Q3 project need”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06640" y="470916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3A281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47091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“Reconnect with Dana — 91 days since your last call”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572768"/>
            <a:ext cx="502920" cy="50292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Rich Contact Profiles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how you met, relationship type, company, role, and full interaction timeline of calls, emails, and meetings.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3716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17136" y="1572768"/>
            <a:ext cx="502920" cy="50292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17136" y="214884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Outreach Suggestions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17136" y="248716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weekly ranking of who to reach out to and why, grounded in real relationship history.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3296" y="137160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84464" y="1572768"/>
            <a:ext cx="502920" cy="50292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84464" y="214884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Email Digest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84464" y="248716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weekly email delivers your suggestions straight to your inbox — no need to open the app.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3767328"/>
            <a:ext cx="502920" cy="50292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9808" y="4343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68172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view of total contacts, cooling relationships, and recent activity across your network.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15968" y="35661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17136" y="3767328"/>
            <a:ext cx="502920" cy="50292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17136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17136" y="4343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Multi-User SaaS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17136" y="468172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authentication with private, isolated data — built as a real product from day one.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3296" y="356616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84464" y="3767328"/>
            <a:ext cx="502920" cy="502920"/>
          </a:xfrm>
          <a:prstGeom prst="ellipse">
            <a:avLst/>
          </a:prstGeom>
          <a:solidFill>
            <a:srgbClr val="E8562F">
              <a:alpha val="1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84464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💎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84464" y="434340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84464" y="4681728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up to 25 contacts; Pro tier unlocks unlimited contacts and the automated digest.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3A281E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16916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9808" y="20116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(Vite)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49808" y="283464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UI, client-side routing, responsive dashboard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4136" y="1463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3A281E"/>
          </a:solidFill>
          <a:ln/>
        </p:spPr>
      </p:sp>
      <p:sp>
        <p:nvSpPr>
          <p:cNvPr id="8" name="Text 6"/>
          <p:cNvSpPr/>
          <p:nvPr/>
        </p:nvSpPr>
        <p:spPr>
          <a:xfrm>
            <a:off x="3575304" y="16916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75304" y="20116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575304" y="283464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authentication, scheduled background jobs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99632" y="1463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3A281E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916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20116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(Atlas)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data isolation, nested interaction timelines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25128" y="146304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3A281E"/>
          </a:solidFill>
          <a:ln/>
        </p:spPr>
      </p:sp>
      <p:sp>
        <p:nvSpPr>
          <p:cNvPr id="16" name="Text 14"/>
          <p:cNvSpPr/>
          <p:nvPr/>
        </p:nvSpPr>
        <p:spPr>
          <a:xfrm>
            <a:off x="9226296" y="16916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26296" y="201168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226296" y="2834640"/>
            <a:ext cx="2203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prompting for ranked outreach suggestions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SIGNATURE FEATURE WORKS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E8562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interaction data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4937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65A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83280" y="49377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E8562F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Claude prompt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97880" y="4937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65A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217920" y="49377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E8562F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JSON suggestions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32520" y="4937760"/>
            <a:ext cx="320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A65A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052560" y="4937760"/>
            <a:ext cx="2514600" cy="822960"/>
          </a:xfrm>
          <a:prstGeom prst="roundRect">
            <a:avLst>
              <a:gd name="adj" fmla="val 8889"/>
            </a:avLst>
          </a:prstGeom>
          <a:solidFill>
            <a:srgbClr val="E8562F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49377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 weekly email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proven freemium structure — usage cap plus a best-in-class feature gated behind Pro.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3D6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25 contacts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interaction timeline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outreach suggestions (in-app)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Relationship dashboard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87452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2B1B12"/>
          </a:solidFill>
          <a:ln/>
          <a:effectLst>
            <a:outerShdw sx="100000" sy="100000" kx="0" ky="0" algn="bl" rotWithShape="0" blurRad="127000" dist="508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7512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Free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contacts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751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weekly email digest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75120" y="4937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feature access (roadmap)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75120" y="5212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ships the Pro experience as a UI-complete paywall; live billing (Stripe) is the first v1.1 milestone.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v1.0 proves the concept; what comes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75688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E8562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075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249631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Billing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8346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Stripe subscription checkout replacing the UI-only paywall.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17136" y="2075688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E8562F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2075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17136" y="249631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Message Drafting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17136" y="28346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One-click, context-aware follow-up message suggestions per contact.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2075688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E8562F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20756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84464" y="249631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 Summarization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84464" y="28346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condenses messy meeting notes into structured relationship insights.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4133088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E8562F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1330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455371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Import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9808" y="48920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/ LinkedIn import to seed a network in minutes.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15968" y="3931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17136" y="4133088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E8562F"/>
          </a:solidFill>
          <a:ln/>
        </p:spPr>
      </p:sp>
      <p:sp>
        <p:nvSpPr>
          <p:cNvPr id="26" name="Text 24"/>
          <p:cNvSpPr/>
          <p:nvPr/>
        </p:nvSpPr>
        <p:spPr>
          <a:xfrm>
            <a:off x="4517136" y="41330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17136" y="455371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Workspaces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17136" y="48920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contact networks for small agencies and founding teams.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83296" y="3931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4133088"/>
            <a:ext cx="685800" cy="320040"/>
          </a:xfrm>
          <a:prstGeom prst="roundRect">
            <a:avLst>
              <a:gd name="adj" fmla="val 17143"/>
            </a:avLst>
          </a:prstGeom>
          <a:solidFill>
            <a:srgbClr val="E8562F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41330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84464" y="4553712"/>
            <a:ext cx="3163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84464" y="4892040"/>
            <a:ext cx="31638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iOS/Android so outreach nudges reach you anywhere.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5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E8562F">
              <a:alpha val="1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valuable relationship deserves to stay warm.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5204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Ember starts as a personal CRM for founders and freelancers — but the deeper mission is bigger: giving anyone who builds their career or business through relationships a quiet, intelligent partner that makes sure no connection is ever lost to busyness or bad timing.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8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warm.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2026-07-29T10:18:17Z</dcterms:created>
  <dcterms:modified xsi:type="dcterms:W3CDTF">2026-07-29T10:18:17Z</dcterms:modified>
</cp:coreProperties>
</file>